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7772400" y="914400"/>
            <a:ext cx="4023360" cy="402336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360000">
            <a:off x="8229600" y="1463040"/>
            <a:ext cx="3291840" cy="329184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terraform-ppt/icons/sitemap_97D2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505456"/>
            <a:ext cx="1737360" cy="1389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TERRAFORM ·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terraform.tfvars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005840" cy="0"/>
          </a:xfrm>
          <a:prstGeom prst="line">
            <a:avLst/>
          </a:prstGeom>
          <a:noFill/>
          <a:ln w="38100">
            <a:solidFill>
              <a:srgbClr val="97D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</a:t>
            </a:r>
            <a:r>
              <a:rPr lang="en-US" sz="14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Best Practices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</a:t>
            </a:r>
            <a:r>
              <a:rPr lang="en-US" sz="14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already been following this convention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providers.tf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96596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{} block, required_providers, provider blocks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2843784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752344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declaration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5800" y="363016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locals.tf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538728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locals {} block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" y="4416552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441655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432511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resource/data blocks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11496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" y="5202936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520293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5111496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declaration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terraform-ppt/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517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local names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29184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5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(lowercase with underscores), descriptive, never repeat the resource type.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" y="4389120"/>
            <a:ext cx="2203704" cy="45720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aws_s3_bucket.app_data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" y="4937760"/>
            <a:ext cx="2203704" cy="822960"/>
          </a:xfrm>
          <a:prstGeom prst="roundRect">
            <a:avLst>
              <a:gd name="adj" fmla="val 5556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2960" y="4937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aws_s3_bucket.aws_s3_bucket_app_data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9272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547872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terraform-ppt/icons/f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011680"/>
            <a:ext cx="27432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6517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names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20440" y="329184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snake_case, matches what it configures.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520440" y="4389120"/>
            <a:ext cx="2203704" cy="45720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593592" y="4389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project_prefix, environment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89904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318504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terraform-ppt/icons/site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48256"/>
            <a:ext cx="365760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1072" y="26517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AWS resource names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291072" y="329184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shared prefix — never hardcoded literally.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91072" y="4389120"/>
            <a:ext cx="2203704" cy="45720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364224" y="4389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local.name_prefix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860536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9089136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/home/claude/terraform-ppt/icons/ta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2048256"/>
            <a:ext cx="365760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61704" y="26517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061704" y="329184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map, applied to every resource.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061704" y="4389120"/>
            <a:ext cx="2203704" cy="457200"/>
          </a:xfrm>
          <a:prstGeom prst="roundRect">
            <a:avLst>
              <a:gd name="adj" fmla="val 10000"/>
            </a:avLst>
          </a:prstGeom>
          <a:solidFill>
            <a:srgbClr val="E4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9134856" y="4389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beyond one flat folder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terraform-ppt/icons/cu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12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— code you write once and call multiple times with different inputs (a VPC shape, a compute tier). Not deployed directly.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0690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vpc/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40690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0400" y="4069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compute/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environments with environment-specific inputs.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548640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943600" y="19202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263640" y="2194560"/>
            <a:ext cx="594360" cy="594360"/>
          </a:xfrm>
          <a:prstGeom prst="ellipse">
            <a:avLst/>
          </a:prstGeom>
          <a:solidFill>
            <a:srgbClr val="97D2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terraform-ppt/icons/layer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317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22128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environments/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263640" y="28803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root config per environment, each calling those modules with environment-specific values — and its own state file, so a mistake in dev can never touch prod.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63640" y="43434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263640" y="4343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dev/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863840" y="43434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7863840" y="4343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qa/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9464040" y="43434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9464040" y="4343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prod/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PROJECT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repo hygiene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4480560"/>
          </a:xfrm>
          <a:prstGeom prst="roundRect">
            <a:avLst>
              <a:gd name="adj" fmla="val 2611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terraform-ppt/icons/f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4" y="2075688"/>
            <a:ext cx="288036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per module/project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53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it builds, its inputs, its outputs. terraform-docs can generate this automatically from your variables.tf / outputs.tf descriptions.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15784" y="1600200"/>
            <a:ext cx="3502152" cy="4480560"/>
          </a:xfrm>
          <a:prstGeom prst="roundRect">
            <a:avLst>
              <a:gd name="adj" fmla="val 2611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481060" y="1850625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terraform-ppt/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939" y="1965960"/>
            <a:ext cx="336042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9540" y="2293375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— block secrets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19540" y="2979175"/>
            <a:ext cx="2953512" cy="1182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.terraform/, *.tfstate*, *.</a:t>
            </a:r>
            <a:r>
              <a:rPr lang="en-US" sz="13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tfvars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.terraformrc, credentials. 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TERRAFORM.TFVARS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-var flags to real .tfvars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mechanism a team uses to run the same code against dev / qa / prod — without editing .tf files or retyping flags.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Terraform loads variable values from files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32120" y="24231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if present in the working directory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terraform.tfvars.json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32120" y="32918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above — JSON instead of HCL syntax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*.auto.tfvars / *.auto.tfvars.json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32120" y="41605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any matching file, loaded in alphabetical order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Anything else — e.g. dev.tfvars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32120" y="5029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passed explicitly: -var-file="dev.tfvars"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rraform Variable Precedence: A Complete Guide | by Ayb Fnz | Medium">
            <a:extLst>
              <a:ext uri="{FF2B5EF4-FFF2-40B4-BE49-F238E27FC236}">
                <a16:creationId xmlns:a16="http://schemas.microsoft.com/office/drawing/2014/main" id="{DE9DB019-7915-FE3E-BBAD-5E2A750D3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6" y="643466"/>
            <a:ext cx="1076534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97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TERRAFORM.TFVARS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syntax — and naming per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164592" cy="164592"/>
          </a:xfrm>
          <a:prstGeom prst="ellipse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15568" y="1874520"/>
            <a:ext cx="164592" cy="164592"/>
          </a:xfrm>
          <a:prstGeom prst="ellipse">
            <a:avLst/>
          </a:prstGeom>
          <a:solidFill>
            <a:srgbClr val="E5C0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62456" y="1874520"/>
            <a:ext cx="164592" cy="164592"/>
          </a:xfrm>
          <a:prstGeom prst="ellipse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dev.tfvars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dev.tfvars
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project_prefix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"master-terraform-day05"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owner_tag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</a:t>
            </a: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"your-name-here"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4937760" cy="0"/>
          </a:xfrm>
          <a:prstGeom prst="line">
            <a:avLst/>
          </a:prstGeom>
          <a:noFill/>
          <a:ln w="12700">
            <a:solidFill>
              <a:srgbClr val="3A41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38912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141821"/>
          </a:solidFill>
          <a:ln w="12700">
            <a:solidFill>
              <a:srgbClr val="3A41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</a:t>
            </a: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-var-file="dev.tfvars"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4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still needs a variable block in your .tf code — a .tfvars file only supplies values, it never declares new variables.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4937760" cy="2057400"/>
          </a:xfrm>
          <a:prstGeom prst="roundRect">
            <a:avLst>
              <a:gd name="adj" fmla="val 4444"/>
            </a:avLst>
          </a:prstGeom>
          <a:solidFill>
            <a:srgbClr val="E4F3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/home/claude/terraform-ppt/icons/check_1E7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1051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8660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per-environment files explicitly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583680" y="2286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dev.tfvars   qa.tfvars   prod.tfvars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2743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explicitly per run with -var-file. Never used automatically, so you can't run the wrong environment by accident.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55080" y="3886200"/>
            <a:ext cx="4937760" cy="2240280"/>
          </a:xfrm>
          <a:prstGeom prst="roundRect">
            <a:avLst>
              <a:gd name="adj" fmla="val 4082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/home/claude/terraform-ppt/icons/warning_B326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16832"/>
            <a:ext cx="365760" cy="3251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8660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name it terraform.tfvars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583680" y="457200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exact filename loads automatically on every plan/apply — including runs meant for a different environment. Reserve it for values that should truly always apply, or avoid it in a multi-environment setup.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TERRAFORM.TFVARS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.tfvars.example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pattern most real teams use for per-environment secrets and config.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*.tfvars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*.tfvars.json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!*.tfvars.example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72744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the template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dev.tfvars.example — safe placeholder values, no real secrets — goes to git.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87952" y="379476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16552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16552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16552" y="472744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person copies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16552" y="516636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dev.tfvars.example dev.tfvars, then fills in anything real. That copy stays local and gitignored.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27264" y="379476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2E9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055864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55864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55864" y="472744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against it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55864" y="5166360"/>
            <a:ext cx="3044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-var-file="dev.tfvars" picks up the real, local file at plan/apply time.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1874520"/>
            <a:ext cx="6172200" cy="1691640"/>
          </a:xfrm>
          <a:prstGeom prst="roundRect">
            <a:avLst>
              <a:gd name="adj" fmla="val 5405"/>
            </a:avLst>
          </a:prstGeom>
          <a:solidFill>
            <a:srgbClr val="FFF6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/home/claude/terraform-ppt/icons/warning_B886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06168"/>
            <a:ext cx="384048" cy="3413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5's own lab does it differently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669280" y="245059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dev.tfvars / qa.tfvars as real, gitignored files directly — no .example template this time. Read lab/lab.md for how that's handled here.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TERRAFORM.TFVARS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still applies — and common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terraform-ppt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about validation when values come from a file.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dev.tfvars with environment = "developement" fails the exact same validation block, at the exact same point (before touching AWS), as typing it wrong on the command line.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goes wrong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terraform-ppt/icons/warning_F4B9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54400"/>
            <a:ext cx="4572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31927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for one environment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852160" y="331927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loads automatically on every plan/apply — including ones meant for a different environment.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terraform-ppt/icons/warning_F4B9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60240"/>
            <a:ext cx="4572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32511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real .tfvars with secrets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852160" y="43251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reason this repo's .gitignore blocks *.tfvars by default.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2578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terraform-ppt/icons/warning_F4B9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66080"/>
            <a:ext cx="45720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33095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-var-file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852160" y="533095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dev.tfvars / qa.tfvars aren't *.auto.tfvars — a plan with no flag silently falls back to only variable defaults.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909</Words>
  <Application>Microsoft Office PowerPoint</Application>
  <PresentationFormat>Widescreen</PresentationFormat>
  <Paragraphs>121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Abhoy Kumar Mondal</cp:lastModifiedBy>
  <cp:revision>3</cp:revision>
  <dcterms:created xsi:type="dcterms:W3CDTF">2026-07-15T15:28:07Z</dcterms:created>
  <dcterms:modified xsi:type="dcterms:W3CDTF">2026-07-17T11:25:37Z</dcterms:modified>
</cp:coreProperties>
</file>